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1" r:id="rId1"/>
  </p:sldMasterIdLst>
  <p:sldIdLst>
    <p:sldId id="256" r:id="rId2"/>
    <p:sldId id="259" r:id="rId3"/>
    <p:sldId id="262" r:id="rId4"/>
    <p:sldId id="263" r:id="rId5"/>
    <p:sldId id="264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7" d="100"/>
          <a:sy n="77" d="100"/>
        </p:scale>
        <p:origin x="45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5604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688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356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59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245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808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025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475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936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675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6898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12429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326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456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7222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561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923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DE23C7-78A4-413A-A84B-93D4CC0A9EB1}" type="datetimeFigureOut">
              <a:rPr lang="en-US" smtClean="0"/>
              <a:pPr/>
              <a:t>11/20/2025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B39E08-E0E5-4B1A-8F7D-08FE7678A3B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33311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12" r:id="rId1"/>
    <p:sldLayoutId id="2147483813" r:id="rId2"/>
    <p:sldLayoutId id="2147483814" r:id="rId3"/>
    <p:sldLayoutId id="2147483815" r:id="rId4"/>
    <p:sldLayoutId id="2147483816" r:id="rId5"/>
    <p:sldLayoutId id="2147483817" r:id="rId6"/>
    <p:sldLayoutId id="2147483818" r:id="rId7"/>
    <p:sldLayoutId id="2147483819" r:id="rId8"/>
    <p:sldLayoutId id="2147483820" r:id="rId9"/>
    <p:sldLayoutId id="2147483821" r:id="rId10"/>
    <p:sldLayoutId id="2147483822" r:id="rId11"/>
    <p:sldLayoutId id="2147483823" r:id="rId12"/>
    <p:sldLayoutId id="2147483824" r:id="rId13"/>
    <p:sldLayoutId id="2147483825" r:id="rId14"/>
    <p:sldLayoutId id="2147483826" r:id="rId15"/>
    <p:sldLayoutId id="2147483827" r:id="rId16"/>
    <p:sldLayoutId id="2147483828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E0B16B-160D-3B47-B0AD-B9DFE0BE77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9465" y="2010251"/>
            <a:ext cx="7492754" cy="831912"/>
          </a:xfrm>
        </p:spPr>
        <p:txBody>
          <a:bodyPr>
            <a:noAutofit/>
          </a:bodyPr>
          <a:lstStyle/>
          <a:p>
            <a:r>
              <a:rPr lang="it-IT" sz="7200" b="1" dirty="0">
                <a:solidFill>
                  <a:srgbClr val="FFFFFF"/>
                </a:solidFill>
              </a:rPr>
              <a:t>NAO OR NEVER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FE824F2-69C7-344E-825E-A532661B6C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7180" y="3429000"/>
            <a:ext cx="6283635" cy="642430"/>
          </a:xfrm>
        </p:spPr>
        <p:txBody>
          <a:bodyPr anchor="t">
            <a:noAutofit/>
          </a:bodyPr>
          <a:lstStyle/>
          <a:p>
            <a:pPr algn="l"/>
            <a:r>
              <a:rPr lang="it-IT" sz="2400" b="1" dirty="0">
                <a:solidFill>
                  <a:srgbClr val="FFFFFF"/>
                </a:solidFill>
              </a:rPr>
              <a:t>Team </a:t>
            </a:r>
            <a:r>
              <a:rPr lang="it-IT" sz="2400" b="1" dirty="0" err="1">
                <a:solidFill>
                  <a:srgbClr val="FFFFFF"/>
                </a:solidFill>
              </a:rPr>
              <a:t>members</a:t>
            </a:r>
            <a:r>
              <a:rPr lang="it-IT" sz="2400" b="1" dirty="0">
                <a:solidFill>
                  <a:srgbClr val="FFFFFF"/>
                </a:solidFill>
              </a:rPr>
              <a:t>: </a:t>
            </a:r>
          </a:p>
          <a:p>
            <a:pPr algn="l"/>
            <a:r>
              <a:rPr lang="it-IT" sz="2400" b="1" dirty="0">
                <a:solidFill>
                  <a:srgbClr val="FFFFFF"/>
                </a:solidFill>
              </a:rPr>
              <a:t>Pietro Menotti and Lorenzo Moscardini</a:t>
            </a:r>
          </a:p>
        </p:txBody>
      </p:sp>
      <p:pic>
        <p:nvPicPr>
          <p:cNvPr id="6" name="Immagine 5" descr="Immagine che contiene giocattolo, robot, automa meccanico,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6A4455C9-538F-1769-6DB3-9890B6BCA1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6311" y="1175503"/>
            <a:ext cx="6231250" cy="5194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721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11184C-2AA0-3C38-A2A7-DE2267AEB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05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6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7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8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9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0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1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2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3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4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5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6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7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8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19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0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1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2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3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4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5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6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7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8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9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30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31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95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96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97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98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99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0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1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2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3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04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95A614C1-DF2F-4591-6702-7B7E4558E4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30374" y="636588"/>
            <a:ext cx="5894387" cy="14785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b="1"/>
              <a:t>MOVES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152B20F-E997-EF0B-7493-3778384F92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92272" y="2222499"/>
            <a:ext cx="5894388" cy="354171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b="1" dirty="0" err="1">
                <a:solidFill>
                  <a:schemeClr val="tx1"/>
                </a:solidFill>
              </a:rPr>
              <a:t>Mandatory_moves</a:t>
            </a:r>
            <a:r>
              <a:rPr lang="en-US" sz="1700" b="1" dirty="0">
                <a:solidFill>
                  <a:schemeClr val="tx1"/>
                </a:solidFill>
              </a:rPr>
              <a:t> = 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[</a:t>
            </a:r>
            <a:r>
              <a:rPr lang="en-US" sz="1700" dirty="0" err="1"/>
              <a:t>StandInit</a:t>
            </a:r>
            <a:r>
              <a:rPr lang="en-US" sz="1700" dirty="0"/>
              <a:t>, Sit, Wipe Forehead, 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Hello, </a:t>
            </a:r>
            <a:r>
              <a:rPr lang="en-US" sz="1700" dirty="0" err="1"/>
              <a:t>SitRelax</a:t>
            </a:r>
            <a:r>
              <a:rPr lang="en-US" sz="1700" dirty="0"/>
              <a:t>, 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 err="1"/>
              <a:t>StandZero</a:t>
            </a:r>
            <a:r>
              <a:rPr lang="en-US" sz="1700" dirty="0"/>
              <a:t>, Crouch]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700" dirty="0"/>
          </a:p>
          <a:p>
            <a:pPr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b="1" dirty="0" err="1">
                <a:solidFill>
                  <a:schemeClr val="tx1"/>
                </a:solidFill>
              </a:rPr>
              <a:t>Possible_intermediate_moves</a:t>
            </a:r>
            <a:r>
              <a:rPr lang="en-US" sz="1700" b="1" dirty="0">
                <a:solidFill>
                  <a:schemeClr val="tx1"/>
                </a:solidFill>
              </a:rPr>
              <a:t> = 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[</a:t>
            </a:r>
            <a:r>
              <a:rPr lang="en-US" sz="1700" dirty="0" err="1"/>
              <a:t>Diagonal_left</a:t>
            </a:r>
            <a:r>
              <a:rPr lang="en-US" sz="1700" dirty="0"/>
              <a:t>, </a:t>
            </a:r>
            <a:r>
              <a:rPr lang="en-US" sz="1700" dirty="0" err="1"/>
              <a:t>Diagonal_right</a:t>
            </a:r>
            <a:r>
              <a:rPr lang="en-US" sz="1700" dirty="0"/>
              <a:t>, </a:t>
            </a:r>
            <a:r>
              <a:rPr lang="en-US" sz="1700" dirty="0" err="1"/>
              <a:t>Stand_from_sit</a:t>
            </a:r>
            <a:r>
              <a:rPr lang="en-US" sz="1700" dirty="0"/>
              <a:t>, </a:t>
            </a:r>
            <a:r>
              <a:rPr lang="en-US" sz="1700" dirty="0" err="1"/>
              <a:t>Move_backward</a:t>
            </a:r>
            <a:r>
              <a:rPr lang="en-US" sz="1700" dirty="0"/>
              <a:t>, </a:t>
            </a:r>
            <a:r>
              <a:rPr lang="en-US" sz="1700" dirty="0" err="1"/>
              <a:t>Move_forward</a:t>
            </a:r>
            <a:r>
              <a:rPr lang="en-US" sz="1700" dirty="0"/>
              <a:t>, </a:t>
            </a:r>
            <a:r>
              <a:rPr lang="en-US" sz="1700" dirty="0" err="1"/>
              <a:t>AirGuitar</a:t>
            </a:r>
            <a:r>
              <a:rPr lang="en-US" sz="1700" dirty="0"/>
              <a:t>, </a:t>
            </a:r>
            <a:r>
              <a:rPr lang="en-US" sz="1700" dirty="0" err="1"/>
              <a:t>ComeOn</a:t>
            </a:r>
            <a:r>
              <a:rPr lang="en-US" sz="1700" dirty="0"/>
              <a:t>, Dab, </a:t>
            </a:r>
            <a:r>
              <a:rPr lang="en-US" sz="1700" dirty="0" err="1"/>
              <a:t>DanceMove</a:t>
            </a:r>
            <a:r>
              <a:rPr lang="en-US" sz="1700" dirty="0"/>
              <a:t>, </a:t>
            </a:r>
            <a:r>
              <a:rPr lang="en-US" sz="1700" dirty="0" err="1"/>
              <a:t>PulpFiction</a:t>
            </a:r>
            <a:r>
              <a:rPr lang="en-US" sz="1700" dirty="0"/>
              <a:t>, </a:t>
            </a:r>
            <a:r>
              <a:rPr lang="en-US" sz="1700" dirty="0" err="1"/>
              <a:t>TheRobot</a:t>
            </a:r>
            <a:r>
              <a:rPr lang="en-US" sz="1700" dirty="0"/>
              <a:t>, </a:t>
            </a:r>
            <a:r>
              <a:rPr lang="en-US" sz="1700" dirty="0" err="1"/>
              <a:t>Mani_sui_fianchi</a:t>
            </a:r>
            <a:r>
              <a:rPr lang="en-US" sz="1700" dirty="0"/>
              <a:t>, </a:t>
            </a:r>
            <a:r>
              <a:rPr lang="en-US" sz="1700" dirty="0" err="1"/>
              <a:t>Ballo_braccia</a:t>
            </a:r>
            <a:r>
              <a:rPr lang="en-US" sz="1700" dirty="0"/>
              <a:t>]</a:t>
            </a:r>
          </a:p>
        </p:txBody>
      </p:sp>
      <p:pic>
        <p:nvPicPr>
          <p:cNvPr id="6" name="Immagine 5" descr="Immagine che contiene giocattolo, robot, automa meccanico,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F7293CCD-998E-763C-6B91-560BAAA60E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67" r="20924" b="3"/>
          <a:stretch>
            <a:fillRect/>
          </a:stretch>
        </p:blipFill>
        <p:spPr>
          <a:xfrm>
            <a:off x="7619998" y="780235"/>
            <a:ext cx="3425199" cy="484033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99369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EB8AD5-C51F-29A9-3434-B7B620A5B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>
            <a:extLst>
              <a:ext uri="{FF2B5EF4-FFF2-40B4-BE49-F238E27FC236}">
                <a16:creationId xmlns:a16="http://schemas.microsoft.com/office/drawing/2014/main" id="{E30A9EED-AA3A-F9B3-D0B4-08F0563BBB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9AE44CF-9BB0-F71A-B99B-A0851F0AD5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11BCBDFA-D2FE-5BD6-B2B8-3D2A132387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6" name="Rectangle 5">
                <a:extLst>
                  <a:ext uri="{FF2B5EF4-FFF2-40B4-BE49-F238E27FC236}">
                    <a16:creationId xmlns:a16="http://schemas.microsoft.com/office/drawing/2014/main" id="{43F6B2E1-9542-84FF-7D2E-EE5F102CE2B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7" name="Freeform 6">
                <a:extLst>
                  <a:ext uri="{FF2B5EF4-FFF2-40B4-BE49-F238E27FC236}">
                    <a16:creationId xmlns:a16="http://schemas.microsoft.com/office/drawing/2014/main" id="{AA3393BA-28B3-1564-4C15-28B2C13860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106F733D-C20B-A094-2E2E-56F6CA4B6D8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9" name="Freeform 8">
                <a:extLst>
                  <a:ext uri="{FF2B5EF4-FFF2-40B4-BE49-F238E27FC236}">
                    <a16:creationId xmlns:a16="http://schemas.microsoft.com/office/drawing/2014/main" id="{3A3699CE-94F1-6317-4BD1-4E82B63B00D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0" name="Freeform 9">
                <a:extLst>
                  <a:ext uri="{FF2B5EF4-FFF2-40B4-BE49-F238E27FC236}">
                    <a16:creationId xmlns:a16="http://schemas.microsoft.com/office/drawing/2014/main" id="{0FDDE8C4-1F38-7D7A-2A0C-6D07FA0C5B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1" name="Freeform 10">
                <a:extLst>
                  <a:ext uri="{FF2B5EF4-FFF2-40B4-BE49-F238E27FC236}">
                    <a16:creationId xmlns:a16="http://schemas.microsoft.com/office/drawing/2014/main" id="{39553AA3-83B8-4486-546C-3D80F55F9A0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2" name="Freeform 11">
                <a:extLst>
                  <a:ext uri="{FF2B5EF4-FFF2-40B4-BE49-F238E27FC236}">
                    <a16:creationId xmlns:a16="http://schemas.microsoft.com/office/drawing/2014/main" id="{E03B5F8C-6957-0D3A-37A2-5AF175C00B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3" name="Freeform 12">
                <a:extLst>
                  <a:ext uri="{FF2B5EF4-FFF2-40B4-BE49-F238E27FC236}">
                    <a16:creationId xmlns:a16="http://schemas.microsoft.com/office/drawing/2014/main" id="{413570C0-EA4E-6045-B2BE-CBF4C686A99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4" name="Freeform 13">
                <a:extLst>
                  <a:ext uri="{FF2B5EF4-FFF2-40B4-BE49-F238E27FC236}">
                    <a16:creationId xmlns:a16="http://schemas.microsoft.com/office/drawing/2014/main" id="{C1A37209-E7FC-F590-B9EC-071A135832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5" name="Freeform 14">
                <a:extLst>
                  <a:ext uri="{FF2B5EF4-FFF2-40B4-BE49-F238E27FC236}">
                    <a16:creationId xmlns:a16="http://schemas.microsoft.com/office/drawing/2014/main" id="{3153328F-56EC-BF1D-1285-03E2BFEEE6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6" name="Freeform 15">
                <a:extLst>
                  <a:ext uri="{FF2B5EF4-FFF2-40B4-BE49-F238E27FC236}">
                    <a16:creationId xmlns:a16="http://schemas.microsoft.com/office/drawing/2014/main" id="{E5CDAFFD-1763-9C8F-DCBF-5E83C33E436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7" name="Line 16">
                <a:extLst>
                  <a:ext uri="{FF2B5EF4-FFF2-40B4-BE49-F238E27FC236}">
                    <a16:creationId xmlns:a16="http://schemas.microsoft.com/office/drawing/2014/main" id="{312FF21E-021A-A24B-7E08-0613154F4BF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8" name="Freeform 17">
                <a:extLst>
                  <a:ext uri="{FF2B5EF4-FFF2-40B4-BE49-F238E27FC236}">
                    <a16:creationId xmlns:a16="http://schemas.microsoft.com/office/drawing/2014/main" id="{5BBBB9D9-18EE-FD60-8AC6-965C278C33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Freeform 18">
                <a:extLst>
                  <a:ext uri="{FF2B5EF4-FFF2-40B4-BE49-F238E27FC236}">
                    <a16:creationId xmlns:a16="http://schemas.microsoft.com/office/drawing/2014/main" id="{6349F4BD-9933-989A-C7F4-C40738A98E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0" name="Freeform 19">
                <a:extLst>
                  <a:ext uri="{FF2B5EF4-FFF2-40B4-BE49-F238E27FC236}">
                    <a16:creationId xmlns:a16="http://schemas.microsoft.com/office/drawing/2014/main" id="{DBEC0CFF-81F2-CC69-201A-160CB9415B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1" name="Freeform 20">
                <a:extLst>
                  <a:ext uri="{FF2B5EF4-FFF2-40B4-BE49-F238E27FC236}">
                    <a16:creationId xmlns:a16="http://schemas.microsoft.com/office/drawing/2014/main" id="{4A56F9CF-A037-515B-0C4B-4CA379B49D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2" name="Rectangle 21">
                <a:extLst>
                  <a:ext uri="{FF2B5EF4-FFF2-40B4-BE49-F238E27FC236}">
                    <a16:creationId xmlns:a16="http://schemas.microsoft.com/office/drawing/2014/main" id="{53E5DC26-A041-70AE-04C2-DD022713D4E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3" name="Freeform 22">
                <a:extLst>
                  <a:ext uri="{FF2B5EF4-FFF2-40B4-BE49-F238E27FC236}">
                    <a16:creationId xmlns:a16="http://schemas.microsoft.com/office/drawing/2014/main" id="{EE862D9B-A070-A97E-9DD4-331B4918B0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4" name="Freeform 23">
                <a:extLst>
                  <a:ext uri="{FF2B5EF4-FFF2-40B4-BE49-F238E27FC236}">
                    <a16:creationId xmlns:a16="http://schemas.microsoft.com/office/drawing/2014/main" id="{B92140F3-7B90-DF3C-8052-58AAA58B67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5" name="Freeform 24">
                <a:extLst>
                  <a:ext uri="{FF2B5EF4-FFF2-40B4-BE49-F238E27FC236}">
                    <a16:creationId xmlns:a16="http://schemas.microsoft.com/office/drawing/2014/main" id="{8C34D00B-33E7-9C4F-F6A7-8573D5042CF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6" name="Freeform 25">
                <a:extLst>
                  <a:ext uri="{FF2B5EF4-FFF2-40B4-BE49-F238E27FC236}">
                    <a16:creationId xmlns:a16="http://schemas.microsoft.com/office/drawing/2014/main" id="{E676448E-CE76-2D34-4002-9ECBF248599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7" name="Freeform 26">
                <a:extLst>
                  <a:ext uri="{FF2B5EF4-FFF2-40B4-BE49-F238E27FC236}">
                    <a16:creationId xmlns:a16="http://schemas.microsoft.com/office/drawing/2014/main" id="{0CA59D28-1B72-8DF7-8BC2-BAB85AAFB1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8" name="Freeform 27">
                <a:extLst>
                  <a:ext uri="{FF2B5EF4-FFF2-40B4-BE49-F238E27FC236}">
                    <a16:creationId xmlns:a16="http://schemas.microsoft.com/office/drawing/2014/main" id="{858DD50B-7410-98C2-866E-365EE59B5F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9" name="Freeform 28">
                <a:extLst>
                  <a:ext uri="{FF2B5EF4-FFF2-40B4-BE49-F238E27FC236}">
                    <a16:creationId xmlns:a16="http://schemas.microsoft.com/office/drawing/2014/main" id="{746C95B8-5191-4B36-075D-D83FDCB1A2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0" name="Freeform 29">
                <a:extLst>
                  <a:ext uri="{FF2B5EF4-FFF2-40B4-BE49-F238E27FC236}">
                    <a16:creationId xmlns:a16="http://schemas.microsoft.com/office/drawing/2014/main" id="{7C5CFDE2-AD90-732A-4EE1-FAE0B05AE3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1" name="Freeform 30">
                <a:extLst>
                  <a:ext uri="{FF2B5EF4-FFF2-40B4-BE49-F238E27FC236}">
                    <a16:creationId xmlns:a16="http://schemas.microsoft.com/office/drawing/2014/main" id="{DBC52F13-54A8-9499-84E3-62053BDA0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2" name="Freeform 31">
                <a:extLst>
                  <a:ext uri="{FF2B5EF4-FFF2-40B4-BE49-F238E27FC236}">
                    <a16:creationId xmlns:a16="http://schemas.microsoft.com/office/drawing/2014/main" id="{9577C089-EE6F-A661-0CA0-6D54886219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CB57715-1821-7B13-9C31-03D4D03A50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E3A3A200-1E47-CF13-0E84-5A49A23D9C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FAD726E7-F821-292B-1BAA-B822AAE5516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8C75D78E-3054-D356-C4B6-0ACE28784C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9" name="Freeform 35">
                <a:extLst>
                  <a:ext uri="{FF2B5EF4-FFF2-40B4-BE49-F238E27FC236}">
                    <a16:creationId xmlns:a16="http://schemas.microsoft.com/office/drawing/2014/main" id="{868715A8-FA80-57BD-0F1E-3EAB331A1C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0" name="Freeform 36">
                <a:extLst>
                  <a:ext uri="{FF2B5EF4-FFF2-40B4-BE49-F238E27FC236}">
                    <a16:creationId xmlns:a16="http://schemas.microsoft.com/office/drawing/2014/main" id="{6C18A096-EBF9-1015-9E53-45501A166F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1" name="Freeform 37">
                <a:extLst>
                  <a:ext uri="{FF2B5EF4-FFF2-40B4-BE49-F238E27FC236}">
                    <a16:creationId xmlns:a16="http://schemas.microsoft.com/office/drawing/2014/main" id="{C50BFD1D-5054-BE87-952A-FEFBFB76A3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E9B7B916-1474-BCF7-9F7B-AE362B3BF1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DF1EBE4D-24CF-9D4B-0014-2A8D9621140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BC2BAFE9-564D-E51E-51A5-FEE364A53F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BE4D0B66-4A01-5716-044F-188509D33A3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452F4FAA-E9D0-322A-5011-D76AF96834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7214" y="627063"/>
            <a:ext cx="5894387" cy="14785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b="1" dirty="0"/>
              <a:t>OUR STRATEGY (I)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57642E2-6B13-0751-A2C1-EE03F7F4E5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2138" y="2357872"/>
            <a:ext cx="6504613" cy="4247715"/>
          </a:xfrm>
        </p:spPr>
        <p:txBody>
          <a:bodyPr vert="horz" lIns="91440" tIns="45720" rIns="91440" bIns="45720" rtlCol="0">
            <a:normAutofit/>
          </a:bodyPr>
          <a:lstStyle/>
          <a:p>
            <a:pPr marL="114300"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Chosen algorithm: Iterative deepening search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Non informed search strategy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Combines the advantages of depth and 		  breadth-first strategies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It is complete and explores a single branch at a time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Selection from random sample of possible 	  intermediate positions</a:t>
            </a:r>
          </a:p>
          <a:p>
            <a:pPr marL="685800" lvl="2" algn="l">
              <a:lnSpc>
                <a:spcPct val="110000"/>
              </a:lnSpc>
            </a:pPr>
            <a:endParaRPr lang="en-US" sz="1700" dirty="0"/>
          </a:p>
          <a:p>
            <a:pPr marL="685800" lvl="2" algn="l">
              <a:lnSpc>
                <a:spcPct val="110000"/>
              </a:lnSpc>
            </a:pPr>
            <a:endParaRPr lang="en-US" sz="1700" dirty="0"/>
          </a:p>
          <a:p>
            <a:pPr>
              <a:lnSpc>
                <a:spcPct val="110000"/>
              </a:lnSpc>
            </a:pPr>
            <a:endParaRPr lang="en-US" sz="1900" b="1" dirty="0">
              <a:solidFill>
                <a:schemeClr val="tx1"/>
              </a:solidFill>
            </a:endParaRPr>
          </a:p>
          <a:p>
            <a:pPr lvl="1"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700" dirty="0">
              <a:solidFill>
                <a:schemeClr val="tx1"/>
              </a:solidFill>
            </a:endParaRPr>
          </a:p>
          <a:p>
            <a:pPr marL="342900"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900" dirty="0">
              <a:solidFill>
                <a:schemeClr val="tx1"/>
              </a:solidFill>
            </a:endParaRPr>
          </a:p>
        </p:txBody>
      </p:sp>
      <p:pic>
        <p:nvPicPr>
          <p:cNvPr id="6" name="Immagine 5" descr="Immagine che contiene giocattolo, robot, automa meccanico,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6247F538-C659-EFE7-D8FB-F19DE35A6A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67" r="20924" b="3"/>
          <a:stretch>
            <a:fillRect/>
          </a:stretch>
        </p:blipFill>
        <p:spPr>
          <a:xfrm>
            <a:off x="7996863" y="1019131"/>
            <a:ext cx="3425199" cy="484033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34438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8390A1-28E1-1DA3-2F4F-A9AA5A8E0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>
            <a:extLst>
              <a:ext uri="{FF2B5EF4-FFF2-40B4-BE49-F238E27FC236}">
                <a16:creationId xmlns:a16="http://schemas.microsoft.com/office/drawing/2014/main" id="{88A98D25-A5EB-047E-01B0-9270B8227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a14="http://schemas.microsoft.com/office/drawing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B23A83B-27C3-B1E4-C1BF-682E1B2A9F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0F90B55-5491-006A-68C6-6C1B4B495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6" name="Rectangle 5">
                <a:extLst>
                  <a:ext uri="{FF2B5EF4-FFF2-40B4-BE49-F238E27FC236}">
                    <a16:creationId xmlns:a16="http://schemas.microsoft.com/office/drawing/2014/main" id="{79015384-E23D-940B-B132-06C578D217E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7" name="Freeform 6">
                <a:extLst>
                  <a:ext uri="{FF2B5EF4-FFF2-40B4-BE49-F238E27FC236}">
                    <a16:creationId xmlns:a16="http://schemas.microsoft.com/office/drawing/2014/main" id="{5765B7CC-BCBE-FBE8-B7A3-3BC03FA29D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90CC00DA-B813-7599-CB5E-1C7A4A62B7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9" name="Freeform 8">
                <a:extLst>
                  <a:ext uri="{FF2B5EF4-FFF2-40B4-BE49-F238E27FC236}">
                    <a16:creationId xmlns:a16="http://schemas.microsoft.com/office/drawing/2014/main" id="{8CB61597-5F4D-283E-4907-E62B783033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0" name="Freeform 9">
                <a:extLst>
                  <a:ext uri="{FF2B5EF4-FFF2-40B4-BE49-F238E27FC236}">
                    <a16:creationId xmlns:a16="http://schemas.microsoft.com/office/drawing/2014/main" id="{D8FBA124-AE7D-0FAB-1039-7A36469837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1" name="Freeform 10">
                <a:extLst>
                  <a:ext uri="{FF2B5EF4-FFF2-40B4-BE49-F238E27FC236}">
                    <a16:creationId xmlns:a16="http://schemas.microsoft.com/office/drawing/2014/main" id="{EEDE8BA9-BA2D-6469-8342-8EE231D9187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2" name="Freeform 11">
                <a:extLst>
                  <a:ext uri="{FF2B5EF4-FFF2-40B4-BE49-F238E27FC236}">
                    <a16:creationId xmlns:a16="http://schemas.microsoft.com/office/drawing/2014/main" id="{78405C4F-DBD1-1E06-1C91-E1A2617A2CD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3" name="Freeform 12">
                <a:extLst>
                  <a:ext uri="{FF2B5EF4-FFF2-40B4-BE49-F238E27FC236}">
                    <a16:creationId xmlns:a16="http://schemas.microsoft.com/office/drawing/2014/main" id="{175700C3-8EF9-8746-5C99-59D5458FC5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4" name="Freeform 13">
                <a:extLst>
                  <a:ext uri="{FF2B5EF4-FFF2-40B4-BE49-F238E27FC236}">
                    <a16:creationId xmlns:a16="http://schemas.microsoft.com/office/drawing/2014/main" id="{203523AC-08A7-7FCE-0BFE-A2C21184C8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5" name="Freeform 14">
                <a:extLst>
                  <a:ext uri="{FF2B5EF4-FFF2-40B4-BE49-F238E27FC236}">
                    <a16:creationId xmlns:a16="http://schemas.microsoft.com/office/drawing/2014/main" id="{5A0A5C11-163D-C4D5-F0D1-5288342573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6" name="Freeform 15">
                <a:extLst>
                  <a:ext uri="{FF2B5EF4-FFF2-40B4-BE49-F238E27FC236}">
                    <a16:creationId xmlns:a16="http://schemas.microsoft.com/office/drawing/2014/main" id="{B602476B-1173-2374-F560-DA4217AC511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7" name="Line 16">
                <a:extLst>
                  <a:ext uri="{FF2B5EF4-FFF2-40B4-BE49-F238E27FC236}">
                    <a16:creationId xmlns:a16="http://schemas.microsoft.com/office/drawing/2014/main" id="{6B62C890-728F-80A4-10FE-FEFE810027C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8" name="Freeform 17">
                <a:extLst>
                  <a:ext uri="{FF2B5EF4-FFF2-40B4-BE49-F238E27FC236}">
                    <a16:creationId xmlns:a16="http://schemas.microsoft.com/office/drawing/2014/main" id="{851BC939-DF60-F382-C189-A6845CFF7AE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Freeform 18">
                <a:extLst>
                  <a:ext uri="{FF2B5EF4-FFF2-40B4-BE49-F238E27FC236}">
                    <a16:creationId xmlns:a16="http://schemas.microsoft.com/office/drawing/2014/main" id="{34634663-4C90-F970-9A6C-6D9CCCCABD5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0" name="Freeform 19">
                <a:extLst>
                  <a:ext uri="{FF2B5EF4-FFF2-40B4-BE49-F238E27FC236}">
                    <a16:creationId xmlns:a16="http://schemas.microsoft.com/office/drawing/2014/main" id="{906D61D2-A347-952F-3404-5015B2CE70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1" name="Freeform 20">
                <a:extLst>
                  <a:ext uri="{FF2B5EF4-FFF2-40B4-BE49-F238E27FC236}">
                    <a16:creationId xmlns:a16="http://schemas.microsoft.com/office/drawing/2014/main" id="{36A7ADC7-9366-1C89-08FE-127067BA69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2" name="Rectangle 21">
                <a:extLst>
                  <a:ext uri="{FF2B5EF4-FFF2-40B4-BE49-F238E27FC236}">
                    <a16:creationId xmlns:a16="http://schemas.microsoft.com/office/drawing/2014/main" id="{3D819188-1488-A4E4-3BF1-D57CF4FBC4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3" name="Freeform 22">
                <a:extLst>
                  <a:ext uri="{FF2B5EF4-FFF2-40B4-BE49-F238E27FC236}">
                    <a16:creationId xmlns:a16="http://schemas.microsoft.com/office/drawing/2014/main" id="{CA52105B-8A1D-F941-F6CF-FD1C4011B1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4" name="Freeform 23">
                <a:extLst>
                  <a:ext uri="{FF2B5EF4-FFF2-40B4-BE49-F238E27FC236}">
                    <a16:creationId xmlns:a16="http://schemas.microsoft.com/office/drawing/2014/main" id="{02353BC0-5A99-512C-CC28-DD81DCC6AD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5" name="Freeform 24">
                <a:extLst>
                  <a:ext uri="{FF2B5EF4-FFF2-40B4-BE49-F238E27FC236}">
                    <a16:creationId xmlns:a16="http://schemas.microsoft.com/office/drawing/2014/main" id="{9344C249-093D-1282-C8BA-3A6B9E4916F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6" name="Freeform 25">
                <a:extLst>
                  <a:ext uri="{FF2B5EF4-FFF2-40B4-BE49-F238E27FC236}">
                    <a16:creationId xmlns:a16="http://schemas.microsoft.com/office/drawing/2014/main" id="{A2BC92FE-24A4-6F38-D630-4438CCFA99E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7" name="Freeform 26">
                <a:extLst>
                  <a:ext uri="{FF2B5EF4-FFF2-40B4-BE49-F238E27FC236}">
                    <a16:creationId xmlns:a16="http://schemas.microsoft.com/office/drawing/2014/main" id="{54BBB4B5-9920-D3CC-1C67-E4A36B9C5E9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8" name="Freeform 27">
                <a:extLst>
                  <a:ext uri="{FF2B5EF4-FFF2-40B4-BE49-F238E27FC236}">
                    <a16:creationId xmlns:a16="http://schemas.microsoft.com/office/drawing/2014/main" id="{F0670B52-56C6-7975-9E73-15B7B69A99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9" name="Freeform 28">
                <a:extLst>
                  <a:ext uri="{FF2B5EF4-FFF2-40B4-BE49-F238E27FC236}">
                    <a16:creationId xmlns:a16="http://schemas.microsoft.com/office/drawing/2014/main" id="{D72DCCA2-807D-0115-25CE-21E3816691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0" name="Freeform 29">
                <a:extLst>
                  <a:ext uri="{FF2B5EF4-FFF2-40B4-BE49-F238E27FC236}">
                    <a16:creationId xmlns:a16="http://schemas.microsoft.com/office/drawing/2014/main" id="{7E1D4B87-E082-B1DA-4F19-CE3F833C06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1" name="Freeform 30">
                <a:extLst>
                  <a:ext uri="{FF2B5EF4-FFF2-40B4-BE49-F238E27FC236}">
                    <a16:creationId xmlns:a16="http://schemas.microsoft.com/office/drawing/2014/main" id="{10D114BF-699D-49F7-19DF-166CFA3FCEF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2" name="Freeform 31">
                <a:extLst>
                  <a:ext uri="{FF2B5EF4-FFF2-40B4-BE49-F238E27FC236}">
                    <a16:creationId xmlns:a16="http://schemas.microsoft.com/office/drawing/2014/main" id="{DEBD3AF0-8852-061B-FD49-53BCB668D16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6B2475F-4B61-17CA-CDDD-55E177BAB9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49306F62-AD93-8CB4-3293-EC49605A5E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236A4A97-C811-F4B3-C7BE-B8B8CBB5C2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5DC69FFD-AE8E-7ABA-1F7A-A4664963B72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9" name="Freeform 35">
                <a:extLst>
                  <a:ext uri="{FF2B5EF4-FFF2-40B4-BE49-F238E27FC236}">
                    <a16:creationId xmlns:a16="http://schemas.microsoft.com/office/drawing/2014/main" id="{AEBCB171-06A0-2097-FD5D-71E3D126897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0" name="Freeform 36">
                <a:extLst>
                  <a:ext uri="{FF2B5EF4-FFF2-40B4-BE49-F238E27FC236}">
                    <a16:creationId xmlns:a16="http://schemas.microsoft.com/office/drawing/2014/main" id="{E3D39487-78BD-A499-26A1-61F8EF76FC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1" name="Freeform 37">
                <a:extLst>
                  <a:ext uri="{FF2B5EF4-FFF2-40B4-BE49-F238E27FC236}">
                    <a16:creationId xmlns:a16="http://schemas.microsoft.com/office/drawing/2014/main" id="{238FAF52-4689-1F04-1173-309D5B778D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A86461E0-F778-65FA-B34D-AA89F31B36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A88F6401-10A9-0BE8-36DA-A5E4ABE8DE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FBA8EC69-DCB4-43C9-3AFE-762EFC6AF4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3BA70BEC-8A5C-2C33-3FAF-1B3A4FB677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C39DD284-C48D-3A23-3A05-B72FAE6CF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7214" y="627063"/>
            <a:ext cx="5894387" cy="14785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b="1" dirty="0"/>
              <a:t>OUR STRATEGY (II)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4D1F219-F9AF-94ED-543E-2E461FEF94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2138" y="2357872"/>
            <a:ext cx="6504613" cy="4247715"/>
          </a:xfrm>
        </p:spPr>
        <p:txBody>
          <a:bodyPr vert="horz" lIns="91440" tIns="45720" rIns="91440" bIns="45720" rtlCol="0">
            <a:normAutofit/>
          </a:bodyPr>
          <a:lstStyle/>
          <a:p>
            <a:pPr marL="114300"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STARTING FROM AIMA LIBRARY:</a:t>
            </a: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Class Choreography represents a segment of the global</a:t>
            </a:r>
          </a:p>
          <a:p>
            <a:pPr marL="685800" lvl="2" algn="l">
              <a:lnSpc>
                <a:spcPct val="110000"/>
              </a:lnSpc>
            </a:pPr>
            <a:r>
              <a:rPr lang="en-US" sz="1700" dirty="0"/>
              <a:t>    choreography between 2 mandatory moves, modeled </a:t>
            </a:r>
          </a:p>
          <a:p>
            <a:pPr marL="685800" lvl="2" algn="l">
              <a:lnSpc>
                <a:spcPct val="110000"/>
              </a:lnSpc>
            </a:pPr>
            <a:r>
              <a:rPr lang="en-US" sz="1700" dirty="0"/>
              <a:t>    as a subclass of AIMA’s Problem.</a:t>
            </a:r>
            <a:endParaRPr lang="en-US" sz="1700" b="1" dirty="0">
              <a:solidFill>
                <a:schemeClr val="tx1"/>
              </a:solidFill>
            </a:endParaRPr>
          </a:p>
          <a:p>
            <a:pPr lvl="2"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In the main() function, the global choreography is built through the iteration of sub-choreography generation</a:t>
            </a:r>
          </a:p>
          <a:p>
            <a:pPr marL="685800" lvl="2" algn="l">
              <a:lnSpc>
                <a:spcPct val="110000"/>
              </a:lnSpc>
            </a:pPr>
            <a:endParaRPr lang="en-US" sz="1700" dirty="0"/>
          </a:p>
          <a:p>
            <a:pPr marL="685800" lvl="2" algn="l">
              <a:lnSpc>
                <a:spcPct val="110000"/>
              </a:lnSpc>
            </a:pPr>
            <a:endParaRPr lang="en-US" sz="1700" dirty="0"/>
          </a:p>
          <a:p>
            <a:pPr>
              <a:lnSpc>
                <a:spcPct val="110000"/>
              </a:lnSpc>
            </a:pPr>
            <a:endParaRPr lang="en-US" sz="1900" b="1" dirty="0">
              <a:solidFill>
                <a:schemeClr val="tx1"/>
              </a:solidFill>
            </a:endParaRPr>
          </a:p>
          <a:p>
            <a:pPr lvl="1"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700" dirty="0">
              <a:solidFill>
                <a:schemeClr val="tx1"/>
              </a:solidFill>
            </a:endParaRPr>
          </a:p>
          <a:p>
            <a:pPr marL="342900" indent="-22860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900" dirty="0">
              <a:solidFill>
                <a:schemeClr val="tx1"/>
              </a:solidFill>
            </a:endParaRPr>
          </a:p>
        </p:txBody>
      </p:sp>
      <p:pic>
        <p:nvPicPr>
          <p:cNvPr id="6" name="Immagine 5" descr="Immagine che contiene giocattolo, robot, automa meccanico,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778CF481-27AA-EB1D-4F1B-CC4496F797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67" r="20924" b="3"/>
          <a:stretch>
            <a:fillRect/>
          </a:stretch>
        </p:blipFill>
        <p:spPr>
          <a:xfrm>
            <a:off x="7996863" y="1019131"/>
            <a:ext cx="3425199" cy="484033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5733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971C76-1DF0-BDC5-306D-E7756B395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>
            <a:extLst>
              <a:ext uri="{FF2B5EF4-FFF2-40B4-BE49-F238E27FC236}">
                <a16:creationId xmlns:a16="http://schemas.microsoft.com/office/drawing/2014/main" id="{78D2E1BD-5B06-7C42-8E6C-C0EDCAEDF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DD41DCB3-12CF-5F8E-68AD-88141EFA81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727A793-2533-C675-EE42-7127003FE7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6" name="Rectangle 5">
                <a:extLst>
                  <a:ext uri="{FF2B5EF4-FFF2-40B4-BE49-F238E27FC236}">
                    <a16:creationId xmlns:a16="http://schemas.microsoft.com/office/drawing/2014/main" id="{6098FEA0-54CB-A17C-FD42-770F0BBE3F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7" name="Freeform 6">
                <a:extLst>
                  <a:ext uri="{FF2B5EF4-FFF2-40B4-BE49-F238E27FC236}">
                    <a16:creationId xmlns:a16="http://schemas.microsoft.com/office/drawing/2014/main" id="{C75E38B6-2F55-1C19-574F-01D5321788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3B9356CB-9A96-22B6-AAA2-B99410BA12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9" name="Freeform 8">
                <a:extLst>
                  <a:ext uri="{FF2B5EF4-FFF2-40B4-BE49-F238E27FC236}">
                    <a16:creationId xmlns:a16="http://schemas.microsoft.com/office/drawing/2014/main" id="{A3B4FA43-0AB0-9F3A-FE04-EF072BC081F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0" name="Freeform 9">
                <a:extLst>
                  <a:ext uri="{FF2B5EF4-FFF2-40B4-BE49-F238E27FC236}">
                    <a16:creationId xmlns:a16="http://schemas.microsoft.com/office/drawing/2014/main" id="{6B6A369E-D305-A393-B23F-EDC91113CCF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1" name="Freeform 10">
                <a:extLst>
                  <a:ext uri="{FF2B5EF4-FFF2-40B4-BE49-F238E27FC236}">
                    <a16:creationId xmlns:a16="http://schemas.microsoft.com/office/drawing/2014/main" id="{525DC6CE-53CC-BA4E-A03C-D0A3A56F8ED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2" name="Freeform 11">
                <a:extLst>
                  <a:ext uri="{FF2B5EF4-FFF2-40B4-BE49-F238E27FC236}">
                    <a16:creationId xmlns:a16="http://schemas.microsoft.com/office/drawing/2014/main" id="{C713769C-A8AC-A895-70B2-E79655980C8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3" name="Freeform 12">
                <a:extLst>
                  <a:ext uri="{FF2B5EF4-FFF2-40B4-BE49-F238E27FC236}">
                    <a16:creationId xmlns:a16="http://schemas.microsoft.com/office/drawing/2014/main" id="{37E9A733-8534-E9A0-B6DB-E685C6294A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4" name="Freeform 13">
                <a:extLst>
                  <a:ext uri="{FF2B5EF4-FFF2-40B4-BE49-F238E27FC236}">
                    <a16:creationId xmlns:a16="http://schemas.microsoft.com/office/drawing/2014/main" id="{713D4F9E-9625-A57B-8431-2F1CD470E8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5" name="Freeform 14">
                <a:extLst>
                  <a:ext uri="{FF2B5EF4-FFF2-40B4-BE49-F238E27FC236}">
                    <a16:creationId xmlns:a16="http://schemas.microsoft.com/office/drawing/2014/main" id="{CEE9DC5A-A3F4-7880-BA66-1865DEBB29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6" name="Freeform 15">
                <a:extLst>
                  <a:ext uri="{FF2B5EF4-FFF2-40B4-BE49-F238E27FC236}">
                    <a16:creationId xmlns:a16="http://schemas.microsoft.com/office/drawing/2014/main" id="{251FE943-8253-E1C3-2D17-37A9BE3680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7" name="Line 16">
                <a:extLst>
                  <a:ext uri="{FF2B5EF4-FFF2-40B4-BE49-F238E27FC236}">
                    <a16:creationId xmlns:a16="http://schemas.microsoft.com/office/drawing/2014/main" id="{10C00DA9-0EAD-E278-9916-F3DB2E381C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8" name="Freeform 17">
                <a:extLst>
                  <a:ext uri="{FF2B5EF4-FFF2-40B4-BE49-F238E27FC236}">
                    <a16:creationId xmlns:a16="http://schemas.microsoft.com/office/drawing/2014/main" id="{7F0F95C6-E03D-0F18-1DB8-5271161993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Freeform 18">
                <a:extLst>
                  <a:ext uri="{FF2B5EF4-FFF2-40B4-BE49-F238E27FC236}">
                    <a16:creationId xmlns:a16="http://schemas.microsoft.com/office/drawing/2014/main" id="{8EF63654-225A-C6C8-99D7-7822BC07ED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0" name="Freeform 19">
                <a:extLst>
                  <a:ext uri="{FF2B5EF4-FFF2-40B4-BE49-F238E27FC236}">
                    <a16:creationId xmlns:a16="http://schemas.microsoft.com/office/drawing/2014/main" id="{BE75A893-3A34-E714-F6DC-F1FB08F0CBB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1" name="Freeform 20">
                <a:extLst>
                  <a:ext uri="{FF2B5EF4-FFF2-40B4-BE49-F238E27FC236}">
                    <a16:creationId xmlns:a16="http://schemas.microsoft.com/office/drawing/2014/main" id="{5211D652-6164-8026-55EF-A3765F5AF5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2" name="Rectangle 21">
                <a:extLst>
                  <a:ext uri="{FF2B5EF4-FFF2-40B4-BE49-F238E27FC236}">
                    <a16:creationId xmlns:a16="http://schemas.microsoft.com/office/drawing/2014/main" id="{2B034FF5-1C9E-8F85-CC8B-F05D08DEE0C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3" name="Freeform 22">
                <a:extLst>
                  <a:ext uri="{FF2B5EF4-FFF2-40B4-BE49-F238E27FC236}">
                    <a16:creationId xmlns:a16="http://schemas.microsoft.com/office/drawing/2014/main" id="{8011B586-C5A9-86ED-DC4A-96F876C9A2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4" name="Freeform 23">
                <a:extLst>
                  <a:ext uri="{FF2B5EF4-FFF2-40B4-BE49-F238E27FC236}">
                    <a16:creationId xmlns:a16="http://schemas.microsoft.com/office/drawing/2014/main" id="{3F8D65D1-366B-FA7A-6F1B-B0C982B345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5" name="Freeform 24">
                <a:extLst>
                  <a:ext uri="{FF2B5EF4-FFF2-40B4-BE49-F238E27FC236}">
                    <a16:creationId xmlns:a16="http://schemas.microsoft.com/office/drawing/2014/main" id="{A1AAD191-8C2C-44C8-348E-B6700B3639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6" name="Freeform 25">
                <a:extLst>
                  <a:ext uri="{FF2B5EF4-FFF2-40B4-BE49-F238E27FC236}">
                    <a16:creationId xmlns:a16="http://schemas.microsoft.com/office/drawing/2014/main" id="{584603A4-23EA-3A77-C1E8-2D61F78E7C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7" name="Freeform 26">
                <a:extLst>
                  <a:ext uri="{FF2B5EF4-FFF2-40B4-BE49-F238E27FC236}">
                    <a16:creationId xmlns:a16="http://schemas.microsoft.com/office/drawing/2014/main" id="{855D455F-E473-219F-8DF2-7A5CD5B035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8" name="Freeform 27">
                <a:extLst>
                  <a:ext uri="{FF2B5EF4-FFF2-40B4-BE49-F238E27FC236}">
                    <a16:creationId xmlns:a16="http://schemas.microsoft.com/office/drawing/2014/main" id="{21F5381B-B922-F040-CD09-8173623498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9" name="Freeform 28">
                <a:extLst>
                  <a:ext uri="{FF2B5EF4-FFF2-40B4-BE49-F238E27FC236}">
                    <a16:creationId xmlns:a16="http://schemas.microsoft.com/office/drawing/2014/main" id="{87A14D90-9C16-05E2-25D9-F5DC7A00B6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0" name="Freeform 29">
                <a:extLst>
                  <a:ext uri="{FF2B5EF4-FFF2-40B4-BE49-F238E27FC236}">
                    <a16:creationId xmlns:a16="http://schemas.microsoft.com/office/drawing/2014/main" id="{BC0CC8D7-C55A-C449-4C96-E66E09E4E28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1" name="Freeform 30">
                <a:extLst>
                  <a:ext uri="{FF2B5EF4-FFF2-40B4-BE49-F238E27FC236}">
                    <a16:creationId xmlns:a16="http://schemas.microsoft.com/office/drawing/2014/main" id="{950934D4-5379-3E78-31FD-264F92CD98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52" name="Freeform 31">
                <a:extLst>
                  <a:ext uri="{FF2B5EF4-FFF2-40B4-BE49-F238E27FC236}">
                    <a16:creationId xmlns:a16="http://schemas.microsoft.com/office/drawing/2014/main" id="{E81FBA8B-B901-D37B-57B2-4260DAEAEF6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C994AF7-809E-138D-62E7-8AFE448367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6" name="Freeform 32">
                <a:extLst>
                  <a:ext uri="{FF2B5EF4-FFF2-40B4-BE49-F238E27FC236}">
                    <a16:creationId xmlns:a16="http://schemas.microsoft.com/office/drawing/2014/main" id="{4519F4C4-63B8-EABD-9F56-89F85A2386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7" name="Freeform 33">
                <a:extLst>
                  <a:ext uri="{FF2B5EF4-FFF2-40B4-BE49-F238E27FC236}">
                    <a16:creationId xmlns:a16="http://schemas.microsoft.com/office/drawing/2014/main" id="{49A34BAC-4DDB-F0A8-437F-B4BBF75C4E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8" name="Freeform 34">
                <a:extLst>
                  <a:ext uri="{FF2B5EF4-FFF2-40B4-BE49-F238E27FC236}">
                    <a16:creationId xmlns:a16="http://schemas.microsoft.com/office/drawing/2014/main" id="{1CC04E0D-B34C-8B76-36CC-A9C133BA18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9" name="Freeform 35">
                <a:extLst>
                  <a:ext uri="{FF2B5EF4-FFF2-40B4-BE49-F238E27FC236}">
                    <a16:creationId xmlns:a16="http://schemas.microsoft.com/office/drawing/2014/main" id="{7AC41237-3A87-03E8-E807-B39B1DDA392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0" name="Freeform 36">
                <a:extLst>
                  <a:ext uri="{FF2B5EF4-FFF2-40B4-BE49-F238E27FC236}">
                    <a16:creationId xmlns:a16="http://schemas.microsoft.com/office/drawing/2014/main" id="{BE74D566-6E34-C617-7DCB-F595AB0F90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1" name="Freeform 37">
                <a:extLst>
                  <a:ext uri="{FF2B5EF4-FFF2-40B4-BE49-F238E27FC236}">
                    <a16:creationId xmlns:a16="http://schemas.microsoft.com/office/drawing/2014/main" id="{1D5D0322-7E7E-7C31-3339-E42E78DD89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2" name="Freeform 38">
                <a:extLst>
                  <a:ext uri="{FF2B5EF4-FFF2-40B4-BE49-F238E27FC236}">
                    <a16:creationId xmlns:a16="http://schemas.microsoft.com/office/drawing/2014/main" id="{EA8B675E-2480-A495-C6A0-26B5B28E3F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3" name="Freeform 39">
                <a:extLst>
                  <a:ext uri="{FF2B5EF4-FFF2-40B4-BE49-F238E27FC236}">
                    <a16:creationId xmlns:a16="http://schemas.microsoft.com/office/drawing/2014/main" id="{306869D5-3093-8096-90F6-A670B11C735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4" name="Freeform 40">
                <a:extLst>
                  <a:ext uri="{FF2B5EF4-FFF2-40B4-BE49-F238E27FC236}">
                    <a16:creationId xmlns:a16="http://schemas.microsoft.com/office/drawing/2014/main" id="{E9960C32-D5E5-2ADD-C11B-C25E62BC499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5" name="Rectangle 41">
                <a:extLst>
                  <a:ext uri="{FF2B5EF4-FFF2-40B4-BE49-F238E27FC236}">
                    <a16:creationId xmlns:a16="http://schemas.microsoft.com/office/drawing/2014/main" id="{396DFF7F-DDF7-4A86-774F-B99BE31766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E35010EC-58FB-13EF-983E-2FFC5B7D0C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91659" y="2810365"/>
            <a:ext cx="5894387" cy="1478570"/>
          </a:xfrm>
        </p:spPr>
        <p:txBody>
          <a:bodyPr vert="horz" lIns="91440" tIns="45720" rIns="91440" bIns="45720" rtlCol="0" anchor="b">
            <a:noAutofit/>
          </a:bodyPr>
          <a:lstStyle/>
          <a:p>
            <a:pPr algn="ctr"/>
            <a:r>
              <a:rPr lang="en-US" b="1" dirty="0"/>
              <a:t>THANK YOU and…</a:t>
            </a:r>
            <a:br>
              <a:rPr lang="en-US" b="1" dirty="0"/>
            </a:br>
            <a:br>
              <a:rPr lang="en-US" b="1" dirty="0"/>
            </a:br>
            <a:r>
              <a:rPr lang="en-US" b="1" dirty="0"/>
              <a:t>LET’S DANCE!</a:t>
            </a:r>
          </a:p>
        </p:txBody>
      </p:sp>
      <p:pic>
        <p:nvPicPr>
          <p:cNvPr id="5" name="Immagine 4" descr="Immagine che contiene automa meccanico, giocattolo, robot&#10;&#10;Il contenuto generato dall'IA potrebbe non essere corretto.">
            <a:extLst>
              <a:ext uri="{FF2B5EF4-FFF2-40B4-BE49-F238E27FC236}">
                <a16:creationId xmlns:a16="http://schemas.microsoft.com/office/drawing/2014/main" id="{AFB03CD0-65A3-C645-56AF-A6A0292531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3644" y="692151"/>
            <a:ext cx="4588048" cy="5641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03122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Circuito</Template>
  <TotalTime>73</TotalTime>
  <Words>190</Words>
  <Application>Microsoft Office PowerPoint</Application>
  <PresentationFormat>Widescreen</PresentationFormat>
  <Paragraphs>30</Paragraphs>
  <Slides>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8" baseType="lpstr">
      <vt:lpstr>Arial</vt:lpstr>
      <vt:lpstr>Tw Cen MT</vt:lpstr>
      <vt:lpstr>Circuito</vt:lpstr>
      <vt:lpstr>NAO OR NEVER</vt:lpstr>
      <vt:lpstr>MOVES</vt:lpstr>
      <vt:lpstr>OUR STRATEGY (I)</vt:lpstr>
      <vt:lpstr>OUR STRATEGY (II)</vt:lpstr>
      <vt:lpstr>THANK YOU and…  LET’S DANCE!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Lorenzo Moscardini</dc:creator>
  <cp:lastModifiedBy>Lorenzo Moscardini</cp:lastModifiedBy>
  <cp:revision>3</cp:revision>
  <dcterms:created xsi:type="dcterms:W3CDTF">2025-11-20T10:25:34Z</dcterms:created>
  <dcterms:modified xsi:type="dcterms:W3CDTF">2025-11-20T14:02:25Z</dcterms:modified>
</cp:coreProperties>
</file>